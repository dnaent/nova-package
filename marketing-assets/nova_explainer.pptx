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Core-Open, Engine-Closed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A3A3A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Nova Infrastructure.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Introducing the production-grade LLM Router and Agent SDK.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DNA Entertainment™ | Nova Ecosystem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9F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Building AI wrappers works for prototypes, but monolithic frameworks shatter in production.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840480" cy="1371600"/>
          </a:xfrm>
          <a:prstGeom prst="rect">
            <a:avLst/>
          </a:prstGeom>
          <a:solidFill>
            <a:srgbClr val="1E1E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Rate Limits (429)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single provider outage takes down your entire multi-agent workforce.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2286000"/>
            <a:ext cx="3840480" cy="1371600"/>
          </a:xfrm>
          <a:prstGeom prst="rect">
            <a:avLst/>
          </a:prstGeom>
          <a:solidFill>
            <a:srgbClr val="1E1E1C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Runaway Token Loops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Agents self-correcting infinitely bleed your AWS and GCP credits dry.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Nova LLM Router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Zero-Downtime Failover</a:t>
            </a:r>
            <a:endParaRPr lang="en-US" sz="20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A3A3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Anthropic hits a 429, the router instantly falls back to Google Gemini.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Context-Aware Token Budgeting</a:t>
            </a:r>
            <a:endParaRPr lang="en-US" sz="20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A3A3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Enforce strict hard limits using native Python contextvars. Agents are terminated before they drain your credits.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Provider Agnostic Invocation</a:t>
            </a:r>
            <a:endParaRPr lang="en-US" sz="20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A3A3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single complete_async method standardizes payloads across all major AI providers.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Nova Agent SDK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lightweight orchestration layer for building autonomous, single-responsibility micro-agents.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0" y="914400"/>
            <a:ext cx="4114800" cy="731520"/>
          </a:xfrm>
          <a:prstGeom prst="rect">
            <a:avLst/>
          </a:prstGeom>
          <a:solidFill>
            <a:srgbClr val="1E1E1C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Architect Agent (Cohesion)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1828800"/>
            <a:ext cx="4114800" cy="731520"/>
          </a:xfrm>
          <a:prstGeom prst="rect">
            <a:avLst/>
          </a:prstGeom>
          <a:solidFill>
            <a:srgbClr val="1E1E1C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Creative Agent (Collaboration)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2743200"/>
            <a:ext cx="4114800" cy="731520"/>
          </a:xfrm>
          <a:prstGeom prst="rect">
            <a:avLst/>
          </a:prstGeom>
          <a:solidFill>
            <a:srgbClr val="1E1E1C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Ethics Agent (Cooperation)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0" y="3657600"/>
            <a:ext cx="4114800" cy="731520"/>
          </a:xfrm>
          <a:prstGeom prst="rect">
            <a:avLst/>
          </a:prstGeom>
          <a:solidFill>
            <a:srgbClr val="1E1E1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Nova Agent (Coexistence)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AF9F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Available Now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200400" y="2286000"/>
            <a:ext cx="2743200" cy="7315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 install nova-llm-router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github.com/dnaent/nova-package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LLM Router - Open Source Infrastructure</dc:title>
  <dc:subject>PptxGenJS Presentation</dc:subject>
  <dc:creator>Nova Ecosystem</dc:creator>
  <cp:lastModifiedBy>Nova Ecosystem</cp:lastModifiedBy>
  <cp:revision>1</cp:revision>
  <dcterms:created xsi:type="dcterms:W3CDTF">2026-06-26T15:40:49Z</dcterms:created>
  <dcterms:modified xsi:type="dcterms:W3CDTF">2026-06-26T15:40:49Z</dcterms:modified>
</cp:coreProperties>
</file>